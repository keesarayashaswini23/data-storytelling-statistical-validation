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A4001-4D3E-4CB5-B573-D51D34AB0727}" v="6" dt="2026-07-08T16:13:40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81798@outlook.com" userId="12ab7dfd6136a8b9" providerId="LiveId" clId="{95CFF613-F506-41F0-9BD0-5F4F78FCD1B9}"/>
    <pc:docChg chg="custSel modSld">
      <pc:chgData name="Akhi81798@outlook.com" userId="12ab7dfd6136a8b9" providerId="LiveId" clId="{95CFF613-F506-41F0-9BD0-5F4F78FCD1B9}" dt="2026-07-08T16:14:02.687" v="5" actId="14100"/>
      <pc:docMkLst>
        <pc:docMk/>
      </pc:docMkLst>
      <pc:sldChg chg="modSp mod">
        <pc:chgData name="Akhi81798@outlook.com" userId="12ab7dfd6136a8b9" providerId="LiveId" clId="{95CFF613-F506-41F0-9BD0-5F4F78FCD1B9}" dt="2026-07-08T16:13:50.113" v="4" actId="1076"/>
        <pc:sldMkLst>
          <pc:docMk/>
          <pc:sldMk cId="0" sldId="256"/>
        </pc:sldMkLst>
        <pc:spChg chg="mod">
          <ac:chgData name="Akhi81798@outlook.com" userId="12ab7dfd6136a8b9" providerId="LiveId" clId="{95CFF613-F506-41F0-9BD0-5F4F78FCD1B9}" dt="2026-07-08T16:13:50.113" v="4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khi81798@outlook.com" userId="12ab7dfd6136a8b9" providerId="LiveId" clId="{95CFF613-F506-41F0-9BD0-5F4F78FCD1B9}" dt="2026-07-08T16:14:02.687" v="5" actId="14100"/>
        <pc:sldMkLst>
          <pc:docMk/>
          <pc:sldMk cId="0" sldId="259"/>
        </pc:sldMkLst>
        <pc:spChg chg="mod">
          <ac:chgData name="Akhi81798@outlook.com" userId="12ab7dfd6136a8b9" providerId="LiveId" clId="{95CFF613-F506-41F0-9BD0-5F4F78FCD1B9}" dt="2026-07-08T16:13:36.973" v="2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khi81798@outlook.com" userId="12ab7dfd6136a8b9" providerId="LiveId" clId="{95CFF613-F506-41F0-9BD0-5F4F78FCD1B9}" dt="2026-07-08T16:14:02.687" v="5" actId="14100"/>
          <ac:spMkLst>
            <pc:docMk/>
            <pc:sldMk cId="0" sldId="259"/>
            <ac:spMk id="4" creationId="{C4132C6C-1C92-2111-F4FF-D1E62B7D68BB}"/>
          </ac:spMkLst>
        </pc:spChg>
      </pc:sldChg>
      <pc:sldChg chg="modSp mod">
        <pc:chgData name="Akhi81798@outlook.com" userId="12ab7dfd6136a8b9" providerId="LiveId" clId="{95CFF613-F506-41F0-9BD0-5F4F78FCD1B9}" dt="2026-07-08T16:13:36.974" v="3" actId="27636"/>
        <pc:sldMkLst>
          <pc:docMk/>
          <pc:sldMk cId="0" sldId="260"/>
        </pc:sldMkLst>
        <pc:spChg chg="mod">
          <ac:chgData name="Akhi81798@outlook.com" userId="12ab7dfd6136a8b9" providerId="LiveId" clId="{95CFF613-F506-41F0-9BD0-5F4F78FCD1B9}" dt="2026-07-08T16:13:36.974" v="3" actId="27636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2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1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4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2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1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7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9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3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6541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1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40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87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7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19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270" y="490948"/>
            <a:ext cx="10751574" cy="1143000"/>
          </a:xfrm>
        </p:spPr>
        <p:txBody>
          <a:bodyPr/>
          <a:lstStyle/>
          <a:p>
            <a:r>
              <a:rPr b="1" dirty="0"/>
              <a:t>Sales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7905" y="1744244"/>
            <a:ext cx="10462288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4000" b="1" dirty="0"/>
              <a:t>Task 4 – Data Storytelling &amp; Statistical Validation</a:t>
            </a:r>
          </a:p>
          <a:p>
            <a:pPr>
              <a:defRPr sz="2200"/>
            </a:pPr>
            <a:r>
              <a:rPr dirty="0"/>
              <a:t>Presented by: Kavali Kavya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0" y="0"/>
            <a:ext cx="11965858" cy="1032387"/>
          </a:xfrm>
        </p:spPr>
        <p:txBody>
          <a:bodyPr/>
          <a:lstStyle/>
          <a:p>
            <a:r>
              <a:rPr b="1" dirty="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3123" y="1417638"/>
            <a:ext cx="728570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2000" dirty="0"/>
              <a:t>• Analyze the sales dataset to understand customer purchasing behavior and business performance.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Perform data cleaning and preprocessing to prepare high-quality data for analysis.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Conduct Exploratory Data Analysis (EDA) to identify trends, patterns, and relationships.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Build an interactive Power BI dashboard for effective business visualization.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Validate a business insight using statistical hypothesis testing.</a:t>
            </a:r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lang="en-US" dirty="0"/>
              <a:t>• Provide actionable business recommendations based on the analysis.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6D43E-49F5-1C3A-6A73-25E8C904BC46}"/>
              </a:ext>
            </a:extLst>
          </p:cNvPr>
          <p:cNvSpPr/>
          <p:nvPr/>
        </p:nvSpPr>
        <p:spPr>
          <a:xfrm>
            <a:off x="7973961" y="1417638"/>
            <a:ext cx="3667433" cy="51657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   Data Collection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Data Cleaning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EDA &amp; SQL Analysis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 Power BI Dashboard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  Hypothesis Testing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215"/>
            <a:ext cx="11567652" cy="488615"/>
          </a:xfrm>
        </p:spPr>
        <p:txBody>
          <a:bodyPr>
            <a:normAutofit fontScale="90000"/>
          </a:bodyPr>
          <a:lstStyle/>
          <a:p>
            <a:r>
              <a:rPr b="1" dirty="0"/>
              <a:t>Dataset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A295C-BD2E-5A59-A14A-BAA38AD61013}"/>
              </a:ext>
            </a:extLst>
          </p:cNvPr>
          <p:cNvSpPr/>
          <p:nvPr/>
        </p:nvSpPr>
        <p:spPr>
          <a:xfrm>
            <a:off x="6094412" y="717938"/>
            <a:ext cx="5545395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2200"/>
            </a:pPr>
            <a:r>
              <a:rPr lang="en-IN" sz="2200" b="1" dirty="0"/>
              <a:t>Key Attributes</a:t>
            </a:r>
          </a:p>
          <a:p>
            <a:pPr>
              <a:defRPr sz="2200"/>
            </a:pPr>
            <a:endParaRPr lang="en-IN" sz="2200" dirty="0"/>
          </a:p>
          <a:p>
            <a:pPr>
              <a:defRPr sz="2200"/>
            </a:pPr>
            <a:r>
              <a:rPr lang="en-IN" sz="2200" dirty="0"/>
              <a:t>• Order ID         •Quantity</a:t>
            </a:r>
          </a:p>
          <a:p>
            <a:pPr>
              <a:defRPr sz="2200"/>
            </a:pPr>
            <a:r>
              <a:rPr lang="en-IN" sz="2200" dirty="0"/>
              <a:t>• Customer ID  •Unit Price</a:t>
            </a:r>
          </a:p>
          <a:p>
            <a:pPr>
              <a:defRPr sz="2200"/>
            </a:pPr>
            <a:r>
              <a:rPr lang="en-IN" sz="2200" dirty="0"/>
              <a:t>• Product          •Total Sales</a:t>
            </a:r>
          </a:p>
          <a:p>
            <a:pPr>
              <a:defRPr sz="2200"/>
            </a:pPr>
            <a:r>
              <a:rPr lang="en-IN" sz="2200" dirty="0"/>
              <a:t>• Category        •Month</a:t>
            </a:r>
          </a:p>
          <a:p>
            <a:pPr>
              <a:defRPr sz="2200"/>
            </a:pPr>
            <a:r>
              <a:rPr lang="en-IN" sz="2200" dirty="0"/>
              <a:t>• Gender           •Year</a:t>
            </a:r>
          </a:p>
          <a:p>
            <a:pPr>
              <a:defRPr sz="2200"/>
            </a:pPr>
            <a:r>
              <a:rPr lang="en-IN" sz="2200" dirty="0"/>
              <a:t>• City                 •Age Group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7210F-7BD8-E89F-0C58-6092DFF8E850}"/>
              </a:ext>
            </a:extLst>
          </p:cNvPr>
          <p:cNvSpPr/>
          <p:nvPr/>
        </p:nvSpPr>
        <p:spPr>
          <a:xfrm>
            <a:off x="370451" y="717938"/>
            <a:ext cx="5545395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200" b="1" dirty="0"/>
              <a:t>Dataset</a:t>
            </a:r>
            <a:r>
              <a:rPr lang="en-IN" sz="2200" dirty="0"/>
              <a:t> </a:t>
            </a:r>
            <a:r>
              <a:rPr lang="en-IN" sz="2200" b="1" dirty="0"/>
              <a:t>Overview</a:t>
            </a:r>
            <a:br>
              <a:rPr lang="en-IN" sz="2200" dirty="0"/>
            </a:br>
            <a:r>
              <a:rPr lang="en-IN" sz="2200" b="1" dirty="0"/>
              <a:t>Dataset Type : </a:t>
            </a:r>
            <a:r>
              <a:rPr lang="en-IN" sz="2200" dirty="0"/>
              <a:t>Retail Sales Dataset</a:t>
            </a:r>
            <a:br>
              <a:rPr lang="en-IN" sz="2200" dirty="0"/>
            </a:br>
            <a:r>
              <a:rPr lang="en-IN" sz="2200" b="1" dirty="0"/>
              <a:t>Purpose :</a:t>
            </a:r>
            <a:br>
              <a:rPr lang="en-IN" sz="2200" dirty="0"/>
            </a:br>
            <a:r>
              <a:rPr lang="en-IN" sz="2200" dirty="0" err="1"/>
              <a:t>Analyze</a:t>
            </a:r>
            <a:r>
              <a:rPr lang="en-IN" sz="2200" dirty="0"/>
              <a:t> customer purchasing </a:t>
            </a:r>
            <a:r>
              <a:rPr lang="en-IN" sz="2200" dirty="0" err="1"/>
              <a:t>behavior</a:t>
            </a:r>
            <a:br>
              <a:rPr lang="en-IN" sz="2200" dirty="0"/>
            </a:br>
            <a:r>
              <a:rPr lang="en-IN" sz="2200" dirty="0"/>
              <a:t>and overall sales performance.</a:t>
            </a:r>
            <a:br>
              <a:rPr lang="en-IN" dirty="0"/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2F190-62B4-7CF3-966A-E6889B00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3826175"/>
            <a:ext cx="11364503" cy="2800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597148" cy="639762"/>
          </a:xfrm>
        </p:spPr>
        <p:txBody>
          <a:bodyPr>
            <a:normAutofit fontScale="90000"/>
          </a:bodyPr>
          <a:lstStyle/>
          <a:p>
            <a:r>
              <a:rPr b="1" dirty="0"/>
              <a:t>Data Cleaning</a:t>
            </a:r>
            <a:r>
              <a:rPr lang="en-US" b="1" dirty="0"/>
              <a:t> </a:t>
            </a:r>
            <a:r>
              <a:rPr lang="en-IN" b="1" dirty="0"/>
              <a:t>&amp; Preprocessing</a:t>
            </a:r>
            <a:endParaRPr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32C6C-1C92-2111-F4FF-D1E62B7D68BB}"/>
              </a:ext>
            </a:extLst>
          </p:cNvPr>
          <p:cNvSpPr/>
          <p:nvPr/>
        </p:nvSpPr>
        <p:spPr>
          <a:xfrm>
            <a:off x="835741" y="1626254"/>
            <a:ext cx="4999703" cy="377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✔ Checked missing values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Removed duplicate records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Verified data types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Formatted Order Date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Created Month, Year &amp; Age Group columns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Saved cleaned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E8533-1FBA-27B4-A956-EC3A66B30F90}"/>
              </a:ext>
            </a:extLst>
          </p:cNvPr>
          <p:cNvSpPr/>
          <p:nvPr/>
        </p:nvSpPr>
        <p:spPr>
          <a:xfrm>
            <a:off x="6731923" y="1609540"/>
            <a:ext cx="4621161" cy="343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Converted the </a:t>
            </a:r>
            <a:r>
              <a:rPr lang="en-IN" sz="2000" dirty="0" err="1"/>
              <a:t>Order_Date</a:t>
            </a:r>
            <a:r>
              <a:rPr lang="en-IN" sz="2000" dirty="0"/>
              <a:t> column to a proper date format.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Created new features: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Month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Year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Age_Group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Saved the cleaned dataset for further analysis.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5" y="274638"/>
            <a:ext cx="11759381" cy="708588"/>
          </a:xfrm>
        </p:spPr>
        <p:txBody>
          <a:bodyPr>
            <a:normAutofit fontScale="90000"/>
          </a:bodyPr>
          <a:lstStyle/>
          <a:p>
            <a:r>
              <a:rPr b="1" dirty="0"/>
              <a:t>Exploratory Data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90628-4F9B-1673-2531-3D34BBBBD999}"/>
              </a:ext>
            </a:extLst>
          </p:cNvPr>
          <p:cNvSpPr/>
          <p:nvPr/>
        </p:nvSpPr>
        <p:spPr>
          <a:xfrm>
            <a:off x="196645" y="1854048"/>
            <a:ext cx="3519775" cy="34062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✔ Histogram – Sales Distribution</a:t>
            </a:r>
          </a:p>
          <a:p>
            <a:r>
              <a:rPr lang="en-IN" dirty="0"/>
              <a:t>✔ Bar Chart – Sales by Category </a:t>
            </a:r>
          </a:p>
          <a:p>
            <a:r>
              <a:rPr lang="en-IN" dirty="0"/>
              <a:t>✔ Scatter Plot – Age vs Total Sales</a:t>
            </a:r>
          </a:p>
          <a:p>
            <a:r>
              <a:rPr lang="en-IN" dirty="0"/>
              <a:t>✔ Heatmap – Correlation Analysis</a:t>
            </a:r>
          </a:p>
          <a:p>
            <a:r>
              <a:rPr lang="en-IN" dirty="0"/>
              <a:t>✔ Line Chart –monthly sales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61912-4599-728E-CD92-2637138E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92" y="983226"/>
            <a:ext cx="3970364" cy="2149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B5F05-7D4D-C229-B967-D5C1F071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764" y="3817196"/>
            <a:ext cx="3696020" cy="2057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DF1137-A818-48EA-22A1-1BB9B2BB7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784" y="983226"/>
            <a:ext cx="3696020" cy="283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DEF0A3-B819-74F5-3EFA-17AE315C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956" y="4019362"/>
            <a:ext cx="3482642" cy="1493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239" y="273973"/>
            <a:ext cx="8229600" cy="1143000"/>
          </a:xfrm>
        </p:spPr>
        <p:txBody>
          <a:bodyPr/>
          <a:lstStyle/>
          <a:p>
            <a:r>
              <a:rPr b="1" dirty="0"/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38" y="1804219"/>
            <a:ext cx="29512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KPI Cards</a:t>
            </a:r>
          </a:p>
          <a:p>
            <a:pPr>
              <a:defRPr sz="2200"/>
            </a:pPr>
            <a:r>
              <a:rPr lang="en-IN" dirty="0"/>
              <a:t>✔ Sales by Product </a:t>
            </a:r>
          </a:p>
          <a:p>
            <a:pPr>
              <a:defRPr sz="2200"/>
            </a:pPr>
            <a:r>
              <a:rPr lang="en-IN" dirty="0"/>
              <a:t>✔ Sales by Category</a:t>
            </a:r>
          </a:p>
          <a:p>
            <a:pPr>
              <a:defRPr sz="2200"/>
            </a:pPr>
            <a:r>
              <a:rPr lang="en-IN" dirty="0"/>
              <a:t>✔ Sales by City </a:t>
            </a:r>
          </a:p>
          <a:p>
            <a:pPr>
              <a:defRPr sz="2200"/>
            </a:pPr>
            <a:r>
              <a:rPr lang="en-IN" dirty="0"/>
              <a:t>✔ Monthly Sales Trend</a:t>
            </a:r>
          </a:p>
          <a:p>
            <a:pPr>
              <a:defRPr sz="2200"/>
            </a:pPr>
            <a:r>
              <a:rPr lang="en-IN" dirty="0"/>
              <a:t>✔ Scatter Plot</a:t>
            </a:r>
          </a:p>
          <a:p>
            <a:pPr>
              <a:defRPr sz="2200"/>
            </a:pPr>
            <a:r>
              <a:rPr lang="en-IN" dirty="0"/>
              <a:t>✔ Interactive Slicers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F7E9D-9F54-C7A1-4D41-3C9CCC1C5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1416973"/>
            <a:ext cx="8770374" cy="4981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5730" y="254308"/>
            <a:ext cx="8229600" cy="1143000"/>
          </a:xfrm>
        </p:spPr>
        <p:txBody>
          <a:bodyPr/>
          <a:lstStyle/>
          <a:p>
            <a:r>
              <a:rPr b="1" dirty="0"/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1" y="1740310"/>
            <a:ext cx="960923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Electronics generated the highest sales. </a:t>
            </a:r>
          </a:p>
          <a:p>
            <a:pPr>
              <a:defRPr sz="2200"/>
            </a:pPr>
            <a:r>
              <a:rPr lang="en-IN" dirty="0"/>
              <a:t>✔ Laptop and Mobile were top-selling products. </a:t>
            </a:r>
          </a:p>
          <a:p>
            <a:pPr>
              <a:defRPr sz="2200"/>
            </a:pPr>
            <a:r>
              <a:rPr lang="en-IN" dirty="0"/>
              <a:t>✔ Monthly sales fluctuated over time. </a:t>
            </a:r>
          </a:p>
          <a:p>
            <a:pPr>
              <a:defRPr sz="2200"/>
            </a:pPr>
            <a:r>
              <a:rPr lang="en-IN" dirty="0"/>
              <a:t>✔ Sales varied across different cities. </a:t>
            </a:r>
          </a:p>
          <a:p>
            <a:pPr>
              <a:defRPr sz="2200"/>
            </a:pPr>
            <a:r>
              <a:rPr lang="en-IN" dirty="0"/>
              <a:t>✔ Customer purchasing patterns differed across categories. </a:t>
            </a:r>
          </a:p>
          <a:p>
            <a:pPr>
              <a:defRPr sz="2200"/>
            </a:pPr>
            <a:r>
              <a:rPr lang="en-IN" dirty="0"/>
              <a:t>✔ Dashboard supports interactive analysis.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788" y="97657"/>
            <a:ext cx="8229600" cy="1143000"/>
          </a:xfrm>
        </p:spPr>
        <p:txBody>
          <a:bodyPr/>
          <a:lstStyle/>
          <a:p>
            <a:r>
              <a:rPr b="1" dirty="0"/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907" y="1612491"/>
            <a:ext cx="973295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b="1" dirty="0"/>
              <a:t>Business Question :</a:t>
            </a:r>
          </a:p>
          <a:p>
            <a:pPr>
              <a:defRPr sz="2200"/>
            </a:pPr>
            <a:r>
              <a:rPr lang="en-IN" dirty="0"/>
              <a:t>Is there a significant difference in average Total Sales between male and female customers?</a:t>
            </a:r>
          </a:p>
          <a:p>
            <a:pPr>
              <a:defRPr sz="2200"/>
            </a:pPr>
            <a:r>
              <a:rPr lang="en-IN" b="1" dirty="0"/>
              <a:t>H₀:</a:t>
            </a:r>
          </a:p>
          <a:p>
            <a:pPr>
              <a:defRPr sz="2200"/>
            </a:pPr>
            <a:r>
              <a:rPr lang="en-IN" dirty="0"/>
              <a:t>No significant difference </a:t>
            </a:r>
          </a:p>
          <a:p>
            <a:pPr>
              <a:defRPr sz="2200"/>
            </a:pPr>
            <a:r>
              <a:rPr lang="en-IN" b="1" dirty="0"/>
              <a:t>H₁:</a:t>
            </a:r>
          </a:p>
          <a:p>
            <a:pPr>
              <a:defRPr sz="2200"/>
            </a:pPr>
            <a:r>
              <a:rPr lang="en-IN" dirty="0"/>
              <a:t>Significant difference </a:t>
            </a:r>
          </a:p>
          <a:p>
            <a:pPr>
              <a:defRPr sz="2200"/>
            </a:pPr>
            <a:r>
              <a:rPr lang="en-IN" b="1" dirty="0"/>
              <a:t>Test Used:</a:t>
            </a:r>
          </a:p>
          <a:p>
            <a:pPr>
              <a:defRPr sz="2200"/>
            </a:pPr>
            <a:r>
              <a:rPr lang="en-IN" dirty="0"/>
              <a:t>Independent Sample t-test</a:t>
            </a:r>
          </a:p>
          <a:p>
            <a:pPr>
              <a:defRPr sz="2200"/>
            </a:pPr>
            <a:r>
              <a:rPr lang="en-IN" b="1" dirty="0"/>
              <a:t>Conclusion:</a:t>
            </a:r>
          </a:p>
          <a:p>
            <a:pPr>
              <a:defRPr sz="2200"/>
            </a:pPr>
            <a:r>
              <a:rPr lang="en-IN" dirty="0"/>
              <a:t>Reject H₀ / Fail to Reject H₀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63129"/>
            <a:ext cx="8229600" cy="1143000"/>
          </a:xfrm>
        </p:spPr>
        <p:txBody>
          <a:bodyPr/>
          <a:lstStyle/>
          <a:p>
            <a:r>
              <a:rPr b="1" dirty="0"/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612" y="1671484"/>
            <a:ext cx="9372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Increase inventory for top-selling products. </a:t>
            </a:r>
          </a:p>
          <a:p>
            <a:pPr>
              <a:defRPr sz="2200"/>
            </a:pPr>
            <a:r>
              <a:rPr lang="en-IN" dirty="0"/>
              <a:t>✔ Focus marketing on high-performing categories. </a:t>
            </a:r>
          </a:p>
          <a:p>
            <a:pPr>
              <a:defRPr sz="2200"/>
            </a:pPr>
            <a:r>
              <a:rPr lang="en-IN" dirty="0"/>
              <a:t>✔ Run promotions during low-sales months. </a:t>
            </a:r>
          </a:p>
          <a:p>
            <a:pPr>
              <a:defRPr sz="2200"/>
            </a:pPr>
            <a:r>
              <a:rPr lang="en-IN" dirty="0"/>
              <a:t>✔ Target customers based on city-wise analysis. </a:t>
            </a:r>
          </a:p>
          <a:p>
            <a:pPr>
              <a:defRPr sz="2200"/>
            </a:pPr>
            <a:r>
              <a:rPr lang="en-IN" dirty="0"/>
              <a:t>✔ Use the dashboard for business decisions. </a:t>
            </a:r>
          </a:p>
          <a:p>
            <a:pPr>
              <a:defRPr sz="2200"/>
            </a:pPr>
            <a:r>
              <a:rPr lang="en-IN" dirty="0"/>
              <a:t>✔ Update data regularly for better insights.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34297"/>
            <a:ext cx="8229600" cy="114300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3873" y="1740309"/>
            <a:ext cx="89857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endParaRPr lang="en-IN" dirty="0"/>
          </a:p>
          <a:p>
            <a:pPr>
              <a:defRPr sz="2200"/>
            </a:pPr>
            <a:r>
              <a:rPr lang="en-IN" dirty="0"/>
              <a:t>• Successfully completed the end-to-end sales data analysis project. </a:t>
            </a:r>
          </a:p>
          <a:p>
            <a:pPr>
              <a:defRPr sz="2200"/>
            </a:pPr>
            <a:r>
              <a:rPr lang="en-IN" dirty="0"/>
              <a:t>• Performed data cleaning, exploratory data analysis, SQL analysis, and interactive dashboard development. </a:t>
            </a:r>
          </a:p>
          <a:p>
            <a:pPr>
              <a:defRPr sz="2200"/>
            </a:pPr>
            <a:r>
              <a:rPr lang="en-IN" dirty="0"/>
              <a:t>• Validated a business insight using statistical hypothesis testing. </a:t>
            </a:r>
          </a:p>
          <a:p>
            <a:pPr>
              <a:defRPr sz="2200"/>
            </a:pPr>
            <a:r>
              <a:rPr lang="en-IN" dirty="0"/>
              <a:t>• Generated meaningful business insights and actionable recommendations. • Strengthened practical skills in Python, SQL, Excel, and Power BI.</a:t>
            </a:r>
            <a:endParaRPr dirty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518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Sales Data Analysis</vt:lpstr>
      <vt:lpstr>Project Objective</vt:lpstr>
      <vt:lpstr>Dataset Overview</vt:lpstr>
      <vt:lpstr>Data Cleaning &amp; Preprocessing</vt:lpstr>
      <vt:lpstr>Exploratory Data Analysis</vt:lpstr>
      <vt:lpstr>Interactive Dashboard</vt:lpstr>
      <vt:lpstr>Business Insights</vt:lpstr>
      <vt:lpstr>Hypothesis Testing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AKHILESH</dc:creator>
  <cp:keywords/>
  <dc:description>generated using python-pptx</dc:description>
  <cp:lastModifiedBy>Akhi81798@outlook.com</cp:lastModifiedBy>
  <cp:revision>3</cp:revision>
  <dcterms:created xsi:type="dcterms:W3CDTF">2013-01-27T09:14:16Z</dcterms:created>
  <dcterms:modified xsi:type="dcterms:W3CDTF">2026-07-08T16:14:03Z</dcterms:modified>
  <cp:category/>
</cp:coreProperties>
</file>